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C8D135-5B05-4CC0-9502-3B9BF29EE9A5}" v="9" dt="2026-01-27T06:07:54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4660"/>
  </p:normalViewPr>
  <p:slideViewPr>
    <p:cSldViewPr snapToGrid="0">
      <p:cViewPr varScale="1">
        <p:scale>
          <a:sx n="78" d="100"/>
          <a:sy n="78" d="100"/>
        </p:scale>
        <p:origin x="9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5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68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2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60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5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1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8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33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9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12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6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41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AA8036-D1B5-A22C-AE04-C2267522A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s-CR" dirty="0">
                <a:solidFill>
                  <a:srgbClr val="00B0F0"/>
                </a:solidFill>
              </a:rPr>
              <a:t>La Evolución de la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1AD880-17CD-2188-02D5-CAC767B83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s-CR" sz="2800" dirty="0"/>
              <a:t>Línea del Tiempo</a:t>
            </a:r>
          </a:p>
          <a:p>
            <a:endParaRPr lang="es-CR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3" descr="Concepto genético abstracto">
            <a:extLst>
              <a:ext uri="{FF2B5EF4-FFF2-40B4-BE49-F238E27FC236}">
                <a16:creationId xmlns:a16="http://schemas.microsoft.com/office/drawing/2014/main" id="{7B9B889A-79F2-9EEE-4981-3EFB540007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94" r="5828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94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71903-3DAA-AD0D-9DAF-89AB38004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R" dirty="0">
                <a:solidFill>
                  <a:srgbClr val="002060"/>
                </a:solidFill>
              </a:rPr>
              <a:t>Siglo </a:t>
            </a:r>
            <a:r>
              <a:rPr lang="es-CR" dirty="0" err="1">
                <a:solidFill>
                  <a:srgbClr val="002060"/>
                </a:solidFill>
              </a:rPr>
              <a:t>xix</a:t>
            </a:r>
            <a:endParaRPr lang="es-CR" dirty="0">
              <a:solidFill>
                <a:srgbClr val="00206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502435-3576-DF21-A0FB-9644A89F5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1937053"/>
          </a:xfrm>
        </p:spPr>
        <p:txBody>
          <a:bodyPr/>
          <a:lstStyle/>
          <a:p>
            <a:pPr lvl="1" algn="ctr"/>
            <a:r>
              <a:rPr lang="es-CR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Ada Lovelace (1815-1852)</a:t>
            </a:r>
          </a:p>
          <a:p>
            <a:pPr lvl="1"/>
            <a:r>
              <a:rPr lang="es-CR" sz="2000" dirty="0">
                <a:latin typeface="Arial Narrow" panose="020B0606020202030204" pitchFamily="34" charset="0"/>
              </a:rPr>
              <a:t>Considerada la primera programadora </a:t>
            </a:r>
          </a:p>
          <a:p>
            <a:pPr lvl="1"/>
            <a:r>
              <a:rPr lang="es-CR" sz="2000" dirty="0">
                <a:latin typeface="Arial Narrow" panose="020B0606020202030204" pitchFamily="34" charset="0"/>
              </a:rPr>
              <a:t>Trabajo en la máquina analítica </a:t>
            </a:r>
            <a:endParaRPr lang="es-CR" dirty="0">
              <a:latin typeface="Arial Narrow" panose="020B0606020202030204" pitchFamily="34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DCB286-21BE-85BF-A179-573A75D12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1583092"/>
          </a:xfrm>
        </p:spPr>
        <p:txBody>
          <a:bodyPr/>
          <a:lstStyle/>
          <a:p>
            <a:pPr algn="ctr"/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Charles Babbage (1791-1871)</a:t>
            </a:r>
          </a:p>
          <a:p>
            <a:r>
              <a:rPr lang="es-CR" dirty="0">
                <a:latin typeface="Arial Narrow" panose="020B0606020202030204" pitchFamily="34" charset="0"/>
              </a:rPr>
              <a:t>Inventor de la máquina analítica </a:t>
            </a:r>
          </a:p>
          <a:p>
            <a:r>
              <a:rPr lang="es-CR" dirty="0">
                <a:latin typeface="Arial Narrow" panose="020B0606020202030204" pitchFamily="34" charset="0"/>
              </a:rPr>
              <a:t>Considerada la primera computadora</a:t>
            </a:r>
          </a:p>
          <a:p>
            <a:endParaRPr lang="es-CR" dirty="0">
              <a:latin typeface="Arial Narrow" panose="020B0606020202030204" pitchFamily="34" charset="0"/>
            </a:endParaRPr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51848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818AC-F533-A5CC-0D75-9B094BD09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CR" dirty="0" err="1">
                <a:solidFill>
                  <a:srgbClr val="002060"/>
                </a:solidFill>
              </a:rPr>
              <a:t>DéCADA</a:t>
            </a:r>
            <a:r>
              <a:rPr lang="es-CR" dirty="0">
                <a:solidFill>
                  <a:srgbClr val="002060"/>
                </a:solidFill>
              </a:rPr>
              <a:t>  DE 1940-1950 : los inicios de la programación</a:t>
            </a:r>
            <a:br>
              <a:rPr lang="es-CR" dirty="0"/>
            </a:br>
            <a:endParaRPr lang="es-C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765618-E65A-45FC-8B2F-77AA7D99AD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s-CR" dirty="0">
                <a:solidFill>
                  <a:srgbClr val="00B0F0"/>
                </a:solidFill>
              </a:rPr>
              <a:t>Alan Turing (1912-1954)</a:t>
            </a:r>
          </a:p>
          <a:p>
            <a:r>
              <a:rPr lang="es-CR" dirty="0"/>
              <a:t>Desarrollo  la máquina de Turing ( modelo teórico de computación )</a:t>
            </a:r>
          </a:p>
          <a:p>
            <a:pPr algn="ctr"/>
            <a:r>
              <a:rPr lang="es-CR" dirty="0">
                <a:solidFill>
                  <a:srgbClr val="00B0F0"/>
                </a:solidFill>
              </a:rPr>
              <a:t>John </a:t>
            </a:r>
            <a:r>
              <a:rPr lang="es-CR" dirty="0" err="1">
                <a:solidFill>
                  <a:srgbClr val="00B0F0"/>
                </a:solidFill>
              </a:rPr>
              <a:t>Von</a:t>
            </a:r>
            <a:r>
              <a:rPr lang="es-CR" dirty="0">
                <a:solidFill>
                  <a:srgbClr val="00B0F0"/>
                </a:solidFill>
              </a:rPr>
              <a:t> Neuman(1903-1957)</a:t>
            </a:r>
          </a:p>
          <a:p>
            <a:r>
              <a:rPr lang="es-CR" dirty="0"/>
              <a:t>Desarrolló el concepto arquitectura de </a:t>
            </a:r>
            <a:r>
              <a:rPr lang="es-CR" dirty="0" err="1"/>
              <a:t>Von</a:t>
            </a:r>
            <a:r>
              <a:rPr lang="es-CR" dirty="0"/>
              <a:t> Neumann( base para la mayoría de las computadoras modernas</a:t>
            </a:r>
          </a:p>
          <a:p>
            <a:pPr algn="ctr"/>
            <a:r>
              <a:rPr lang="es-CR" dirty="0">
                <a:solidFill>
                  <a:srgbClr val="00B0F0"/>
                </a:solidFill>
              </a:rPr>
              <a:t>Grace Hopper(1906-1992)</a:t>
            </a:r>
          </a:p>
          <a:p>
            <a:r>
              <a:rPr lang="es-CR" dirty="0"/>
              <a:t>Desarrollo el lenguaje de programación COBOL en 1959</a:t>
            </a:r>
          </a:p>
          <a:p>
            <a:endParaRPr lang="es-C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8EB1B4-5596-B0F9-66EA-B0A9D83820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R" dirty="0"/>
              <a:t>Código de máquina </a:t>
            </a:r>
          </a:p>
          <a:p>
            <a:r>
              <a:rPr lang="es-CR" dirty="0"/>
              <a:t>Primer  lenguaje de programación , consistía en secuencia de bits (0 y 1)</a:t>
            </a:r>
          </a:p>
          <a:p>
            <a:r>
              <a:rPr lang="es-CR" dirty="0"/>
              <a:t>Ensamblador </a:t>
            </a:r>
          </a:p>
          <a:p>
            <a:r>
              <a:rPr lang="es-CR" dirty="0"/>
              <a:t>Lenguaje d programación que utiliza símbolos mnemotécnicos para representar instrucciones de código máquina</a:t>
            </a:r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40338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7F554-645A-138B-4737-8A950170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R" dirty="0">
                <a:solidFill>
                  <a:srgbClr val="002060"/>
                </a:solidFill>
              </a:rPr>
              <a:t>1950-1960 LENGUAJE DE ALTO NIVEL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5DB909-A7D1-B71E-4A63-D7B34B08E3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s-CR" dirty="0">
                <a:solidFill>
                  <a:srgbClr val="00B0F0"/>
                </a:solidFill>
                <a:latin typeface="Aptos Narrow" panose="020B0004020202020204" pitchFamily="34" charset="0"/>
              </a:rPr>
              <a:t>John Backus (1924-2007)</a:t>
            </a:r>
          </a:p>
          <a:p>
            <a:r>
              <a:rPr lang="es-CR" dirty="0"/>
              <a:t>Desarrollador principal de FORTRAN en 1957</a:t>
            </a:r>
          </a:p>
          <a:p>
            <a:pPr algn="ctr"/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John </a:t>
            </a:r>
            <a:r>
              <a:rPr lang="es-CR" dirty="0" err="1">
                <a:solidFill>
                  <a:srgbClr val="00B0F0"/>
                </a:solidFill>
                <a:latin typeface="Arial Narrow" panose="020B0606020202030204" pitchFamily="34" charset="0"/>
              </a:rPr>
              <a:t>Mcarthy</a:t>
            </a:r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 (1927-2011)</a:t>
            </a:r>
          </a:p>
          <a:p>
            <a:r>
              <a:rPr lang="es-CR" dirty="0"/>
              <a:t>Desarrollo el lenguaje de programación LISP en 1958</a:t>
            </a:r>
          </a:p>
          <a:p>
            <a:pPr algn="ctr"/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Dennis Ritchie (1941-2011)  </a:t>
            </a:r>
          </a:p>
          <a:p>
            <a:r>
              <a:rPr lang="es-CR" dirty="0"/>
              <a:t> Desarrollo el lenguaje de programación C en 1972</a:t>
            </a:r>
          </a:p>
          <a:p>
            <a:endParaRPr lang="es-C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A862FB-892C-D243-BF50-3F894BC8D1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s-CR" dirty="0">
                <a:solidFill>
                  <a:srgbClr val="00B0F0"/>
                </a:solidFill>
                <a:latin typeface="Aptos Narrow" panose="020B0004020202020204" pitchFamily="34" charset="0"/>
              </a:rPr>
              <a:t>FORTRAN</a:t>
            </a:r>
          </a:p>
          <a:p>
            <a:r>
              <a:rPr lang="es-CR" sz="1800" dirty="0"/>
              <a:t>El primer lenguaje de alto nivel ampliamente utilizado para cálculos numéricos y científicos </a:t>
            </a:r>
          </a:p>
          <a:p>
            <a:pPr algn="ctr"/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COBOL</a:t>
            </a:r>
          </a:p>
          <a:p>
            <a:r>
              <a:rPr lang="es-CR" sz="1800" dirty="0"/>
              <a:t>Se diseño para la aplicaciones comerciales y de negocios </a:t>
            </a:r>
          </a:p>
          <a:p>
            <a:pPr algn="ctr"/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LISP</a:t>
            </a:r>
          </a:p>
          <a:p>
            <a:r>
              <a:rPr lang="es-CR" sz="1800" dirty="0"/>
              <a:t>Lenguaje de programación funcional utilizado en inteligencia natural y otros campos</a:t>
            </a:r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448040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8E5C12-DAE9-F1BB-5816-44646990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CR" dirty="0">
                <a:solidFill>
                  <a:srgbClr val="002060"/>
                </a:solidFill>
              </a:rPr>
              <a:t>1960-1970 Estructuración </a:t>
            </a:r>
            <a:br>
              <a:rPr lang="es-CR" dirty="0"/>
            </a:br>
            <a:endParaRPr lang="es-C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CDD78A-89E6-836E-5827-D7B96FB122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s-CR" dirty="0" err="1">
                <a:solidFill>
                  <a:srgbClr val="00B0F0"/>
                </a:solidFill>
                <a:latin typeface="Arial Narrow" panose="020B0606020202030204" pitchFamily="34" charset="0"/>
              </a:rPr>
              <a:t>Niklaus</a:t>
            </a:r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 Wirth (1934)</a:t>
            </a:r>
          </a:p>
          <a:p>
            <a:r>
              <a:rPr lang="es-CR" dirty="0"/>
              <a:t>Desarrollo el lenguaje de programación Pascal en 1970</a:t>
            </a:r>
          </a:p>
          <a:p>
            <a:pPr algn="ctr"/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Alan </a:t>
            </a:r>
            <a:r>
              <a:rPr lang="es-CR" dirty="0" err="1">
                <a:solidFill>
                  <a:srgbClr val="00B0F0"/>
                </a:solidFill>
                <a:latin typeface="Arial Narrow" panose="020B0606020202030204" pitchFamily="34" charset="0"/>
              </a:rPr>
              <a:t>kay</a:t>
            </a:r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 (1940)</a:t>
            </a:r>
          </a:p>
          <a:p>
            <a:r>
              <a:rPr lang="es-CR" dirty="0"/>
              <a:t>Desarrollo el lenguaje de programación </a:t>
            </a:r>
            <a:r>
              <a:rPr lang="es-CR" dirty="0" err="1"/>
              <a:t>Smalltak</a:t>
            </a:r>
            <a:r>
              <a:rPr lang="es-CR" dirty="0"/>
              <a:t> en 1972</a:t>
            </a:r>
          </a:p>
          <a:p>
            <a:pPr algn="ctr"/>
            <a:r>
              <a:rPr lang="es-CR" dirty="0">
                <a:solidFill>
                  <a:srgbClr val="00B0F0"/>
                </a:solidFill>
                <a:latin typeface="Aptos Narrow" panose="020B0004020202020204" pitchFamily="34" charset="0"/>
              </a:rPr>
              <a:t>Bjarne Stroustrup(1950) </a:t>
            </a:r>
          </a:p>
          <a:p>
            <a:r>
              <a:rPr lang="es-CR" dirty="0"/>
              <a:t>Desarrollo el lenguaje de programación C++ en 1983</a:t>
            </a:r>
          </a:p>
          <a:p>
            <a:endParaRPr lang="es-C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6685AE-C182-53D1-6745-9723D5D8D2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s-CR" dirty="0">
                <a:solidFill>
                  <a:srgbClr val="00B0F0"/>
                </a:solidFill>
              </a:rPr>
              <a:t>Algol (1958-1968)</a:t>
            </a:r>
          </a:p>
          <a:p>
            <a:r>
              <a:rPr lang="es-CR" dirty="0"/>
              <a:t>Fue un lenguaje de programación que incluyo en la creación de otros lenguajes  como Pascal y C</a:t>
            </a:r>
          </a:p>
          <a:p>
            <a:pPr algn="ctr"/>
            <a:r>
              <a:rPr lang="es-CR" dirty="0">
                <a:solidFill>
                  <a:srgbClr val="00B0F0"/>
                </a:solidFill>
              </a:rPr>
              <a:t>Pascal (1970)</a:t>
            </a:r>
          </a:p>
          <a:p>
            <a:r>
              <a:rPr lang="es-CR" dirty="0"/>
              <a:t>Lenguaje de programación estructurado que se diseño para enseñar programación y desarrollar software de sistemas </a:t>
            </a:r>
          </a:p>
        </p:txBody>
      </p:sp>
    </p:spTree>
    <p:extLst>
      <p:ext uri="{BB962C8B-B14F-4D97-AF65-F5344CB8AC3E}">
        <p14:creationId xmlns:p14="http://schemas.microsoft.com/office/powerpoint/2010/main" val="664169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E1D28-F158-FE51-3CED-2896B3017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CR" dirty="0">
                <a:solidFill>
                  <a:srgbClr val="002060"/>
                </a:solidFill>
              </a:rPr>
              <a:t>1970-1980 programación orientada a objetos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85F95F-C1A1-46D2-8018-8579760BE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4567" y="2359741"/>
            <a:ext cx="5141699" cy="3415333"/>
          </a:xfrm>
        </p:spPr>
        <p:txBody>
          <a:bodyPr/>
          <a:lstStyle/>
          <a:p>
            <a:pPr marL="0" indent="0" algn="ctr">
              <a:buNone/>
            </a:pPr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Dennis Ritchie (1941-2011)</a:t>
            </a:r>
          </a:p>
          <a:p>
            <a:r>
              <a:rPr lang="es-CR" dirty="0"/>
              <a:t>Desarrollo el lenguaje C en 1972 que se convirtió en más popular del mundo </a:t>
            </a:r>
          </a:p>
          <a:p>
            <a:pPr algn="ctr"/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Brian </a:t>
            </a:r>
            <a:r>
              <a:rPr lang="es-CR" dirty="0" err="1">
                <a:solidFill>
                  <a:srgbClr val="00B0F0"/>
                </a:solidFill>
                <a:latin typeface="Arial Narrow" panose="020B0606020202030204" pitchFamily="34" charset="0"/>
              </a:rPr>
              <a:t>Kernighan</a:t>
            </a:r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(1942)</a:t>
            </a:r>
          </a:p>
          <a:p>
            <a:r>
              <a:rPr lang="es-CR" dirty="0"/>
              <a:t>Coautor del libro “El lenguaje de la programación C”</a:t>
            </a:r>
          </a:p>
          <a:p>
            <a:endParaRPr lang="es-CR" dirty="0"/>
          </a:p>
          <a:p>
            <a:endParaRPr lang="es-C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FB4E44-9E18-80CE-9501-CE350A6274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Simula (1967-1970</a:t>
            </a:r>
          </a:p>
          <a:p>
            <a:r>
              <a:rPr lang="es-CR" dirty="0"/>
              <a:t>El primer lenguaje de programación orientado a objetos , introdujo conceptos como clases , objetos y herencia </a:t>
            </a:r>
          </a:p>
          <a:p>
            <a:pPr algn="ctr"/>
            <a:r>
              <a:rPr lang="es-CR" dirty="0" err="1">
                <a:solidFill>
                  <a:srgbClr val="00B0F0"/>
                </a:solidFill>
              </a:rPr>
              <a:t>Smalltak</a:t>
            </a:r>
            <a:endParaRPr lang="es-CR" dirty="0">
              <a:solidFill>
                <a:srgbClr val="00B0F0"/>
              </a:solidFill>
            </a:endParaRPr>
          </a:p>
          <a:p>
            <a:r>
              <a:rPr lang="es-CR" dirty="0"/>
              <a:t>Es un lenguaje de programación orientado   a objetos que influyó en la creación de otros lenguajes como Java y C#</a:t>
            </a:r>
          </a:p>
        </p:txBody>
      </p:sp>
    </p:spTree>
    <p:extLst>
      <p:ext uri="{BB962C8B-B14F-4D97-AF65-F5344CB8AC3E}">
        <p14:creationId xmlns:p14="http://schemas.microsoft.com/office/powerpoint/2010/main" val="2624105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2DFED-4FA7-3CBF-56EA-279D8F9CF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1980-1990 lenguajes populares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B68703-3E9F-714F-193E-F537CE8848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James Gosling (1955)</a:t>
            </a:r>
          </a:p>
          <a:p>
            <a:r>
              <a:rPr lang="es-CR" dirty="0"/>
              <a:t>Desarrollo el lenguaje de programación JAVA en 1955</a:t>
            </a:r>
          </a:p>
          <a:p>
            <a:pPr algn="ctr"/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Linus Torvalds (1969)</a:t>
            </a:r>
          </a:p>
          <a:p>
            <a:r>
              <a:rPr lang="es-CR" dirty="0"/>
              <a:t>Desarrollo el sistema operativo LINUX en 1991</a:t>
            </a:r>
          </a:p>
          <a:p>
            <a:pPr algn="ctr"/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Brendan </a:t>
            </a:r>
            <a:r>
              <a:rPr lang="es-CR" dirty="0" err="1">
                <a:solidFill>
                  <a:srgbClr val="00B0F0"/>
                </a:solidFill>
                <a:latin typeface="Arial Narrow" panose="020B0606020202030204" pitchFamily="34" charset="0"/>
              </a:rPr>
              <a:t>Eich</a:t>
            </a:r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 (1961)</a:t>
            </a:r>
          </a:p>
          <a:p>
            <a:r>
              <a:rPr lang="es-CR" dirty="0"/>
              <a:t>Creador del lenguaje JAVASCRPIT en 1995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74EB7C-17A1-C373-966E-68DDC47C90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s-CR" dirty="0" err="1">
                <a:solidFill>
                  <a:srgbClr val="00B0F0"/>
                </a:solidFill>
                <a:latin typeface="Arial Narrow" panose="020B0606020202030204" pitchFamily="34" charset="0"/>
              </a:rPr>
              <a:t>Yukihiro</a:t>
            </a:r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 Matsumoto</a:t>
            </a:r>
          </a:p>
          <a:p>
            <a:r>
              <a:rPr lang="es-CR" dirty="0"/>
              <a:t>Creador del lenguaje RUBY en 1993</a:t>
            </a:r>
          </a:p>
          <a:p>
            <a:pPr algn="ctr"/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Mark Zuckerberg (1984)</a:t>
            </a:r>
          </a:p>
          <a:p>
            <a:r>
              <a:rPr lang="es-CR" dirty="0"/>
              <a:t>Cofundador de Facebook y desarrollador de varios lenguajes de programación , incluyendo el lenguaje PHP</a:t>
            </a:r>
          </a:p>
          <a:p>
            <a:pPr algn="ctr"/>
            <a:r>
              <a:rPr lang="es-CR" dirty="0">
                <a:solidFill>
                  <a:srgbClr val="00B0F0"/>
                </a:solidFill>
                <a:latin typeface="Arial Narrow" panose="020B0606020202030204" pitchFamily="34" charset="0"/>
              </a:rPr>
              <a:t>Larry Page y Sergey Brin </a:t>
            </a:r>
          </a:p>
          <a:p>
            <a:r>
              <a:rPr lang="es-CR" dirty="0"/>
              <a:t>Cofundadores de Google y desarrolladores de varios lenguajes como JAVA</a:t>
            </a:r>
          </a:p>
        </p:txBody>
      </p:sp>
    </p:spTree>
    <p:extLst>
      <p:ext uri="{BB962C8B-B14F-4D97-AF65-F5344CB8AC3E}">
        <p14:creationId xmlns:p14="http://schemas.microsoft.com/office/powerpoint/2010/main" val="61746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1D532-4F01-55CF-A842-4818072D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CR" dirty="0">
                <a:solidFill>
                  <a:srgbClr val="0070C0"/>
                </a:solidFill>
              </a:rPr>
              <a:t>1990-2000 INTERNET Y WEB</a:t>
            </a:r>
            <a:br>
              <a:rPr lang="es-CR" dirty="0"/>
            </a:br>
            <a:endParaRPr lang="es-C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803260-03F7-90A0-6D2F-16248A028E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s-CR" dirty="0">
                <a:solidFill>
                  <a:srgbClr val="0070C0"/>
                </a:solidFill>
                <a:latin typeface="Arial Narrow" panose="020B0606020202030204" pitchFamily="34" charset="0"/>
              </a:rPr>
              <a:t>Brendan </a:t>
            </a:r>
            <a:r>
              <a:rPr lang="es-CR" dirty="0" err="1">
                <a:solidFill>
                  <a:srgbClr val="0070C0"/>
                </a:solidFill>
                <a:latin typeface="Arial Narrow" panose="020B0606020202030204" pitchFamily="34" charset="0"/>
              </a:rPr>
              <a:t>Eich</a:t>
            </a:r>
            <a:endParaRPr lang="es-CR" dirty="0">
              <a:solidFill>
                <a:srgbClr val="0070C0"/>
              </a:solidFill>
              <a:latin typeface="Arial Narrow" panose="020B0606020202030204" pitchFamily="34" charset="0"/>
            </a:endParaRPr>
          </a:p>
          <a:p>
            <a:r>
              <a:rPr lang="es-CR" dirty="0"/>
              <a:t>Desarrollo el programa JAVASCRIPT un lenguaje de programación que se utiliza en el desarrollo de paginas web interactivas y dinámicas .</a:t>
            </a:r>
          </a:p>
          <a:p>
            <a:endParaRPr lang="es-CR" dirty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/>
          </a:p>
          <a:p>
            <a:endParaRPr lang="es-C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4FB8FA-0F14-B797-9BF7-DD8A4793BA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s-CR" dirty="0">
                <a:solidFill>
                  <a:srgbClr val="0070C0"/>
                </a:solidFill>
                <a:latin typeface="Arial Narrow" panose="020B0606020202030204" pitchFamily="34" charset="0"/>
              </a:rPr>
              <a:t>Guido Van Rossum </a:t>
            </a:r>
          </a:p>
          <a:p>
            <a:r>
              <a:rPr lang="es-CR" dirty="0"/>
              <a:t>Desarrollo  el programa PYTON es un lenguaje de programación versátil que se utiliza en una amplia variedad de áreas como el desarrollo de web, inteligencia artificial y el análisis de datos </a:t>
            </a:r>
          </a:p>
        </p:txBody>
      </p:sp>
    </p:spTree>
    <p:extLst>
      <p:ext uri="{BB962C8B-B14F-4D97-AF65-F5344CB8AC3E}">
        <p14:creationId xmlns:p14="http://schemas.microsoft.com/office/powerpoint/2010/main" val="298964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96A80C74EBF4459E187594A612A0FE" ma:contentTypeVersion="6" ma:contentTypeDescription="Create a new document." ma:contentTypeScope="" ma:versionID="7e21d1c2a95e55101dfffa2c58d8151c">
  <xsd:schema xmlns:xsd="http://www.w3.org/2001/XMLSchema" xmlns:xs="http://www.w3.org/2001/XMLSchema" xmlns:p="http://schemas.microsoft.com/office/2006/metadata/properties" xmlns:ns3="9bc6b95c-a24e-4bce-93e6-d7a6312590a5" targetNamespace="http://schemas.microsoft.com/office/2006/metadata/properties" ma:root="true" ma:fieldsID="93fb700a339366680ac7b82fa2119107" ns3:_="">
    <xsd:import namespace="9bc6b95c-a24e-4bce-93e6-d7a6312590a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c6b95c-a24e-4bce-93e6-d7a6312590a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bc6b95c-a24e-4bce-93e6-d7a6312590a5" xsi:nil="true"/>
  </documentManagement>
</p:properties>
</file>

<file path=customXml/itemProps1.xml><?xml version="1.0" encoding="utf-8"?>
<ds:datastoreItem xmlns:ds="http://schemas.openxmlformats.org/officeDocument/2006/customXml" ds:itemID="{B245C3F2-6059-4309-8EE4-2EABDF1FC2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c6b95c-a24e-4bce-93e6-d7a631259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2FE5D7-F1E3-4A0A-9A1F-BEE187847E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00B957-E58F-4B9E-B494-017FFD8D6D08}">
  <ds:schemaRefs>
    <ds:schemaRef ds:uri="http://purl.org/dc/terms/"/>
    <ds:schemaRef ds:uri="http://www.w3.org/XML/1998/namespace"/>
    <ds:schemaRef ds:uri="9bc6b95c-a24e-4bce-93e6-d7a6312590a5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520</Words>
  <Application>Microsoft Office PowerPoint</Application>
  <PresentationFormat>Panorámica</PresentationFormat>
  <Paragraphs>73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 Narrow</vt:lpstr>
      <vt:lpstr>Arial</vt:lpstr>
      <vt:lpstr>Arial Narrow</vt:lpstr>
      <vt:lpstr>Calisto MT</vt:lpstr>
      <vt:lpstr>Univers Condensed</vt:lpstr>
      <vt:lpstr>ChronicleVTI</vt:lpstr>
      <vt:lpstr>La Evolución de la Programación</vt:lpstr>
      <vt:lpstr>Siglo xix</vt:lpstr>
      <vt:lpstr>DéCADA  DE 1940-1950 : los inicios de la programación </vt:lpstr>
      <vt:lpstr>1950-1960 LENGUAJE DE ALTO NIVEL </vt:lpstr>
      <vt:lpstr>1960-1970 Estructuración  </vt:lpstr>
      <vt:lpstr>1970-1980 programación orientada a objetos </vt:lpstr>
      <vt:lpstr>1980-1990 lenguajes populares </vt:lpstr>
      <vt:lpstr>1990-2000 INTERNET Y WEB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ANTONIO QUIROS</dc:creator>
  <cp:lastModifiedBy>DANIEL ANTONIO QUIROS</cp:lastModifiedBy>
  <cp:revision>2</cp:revision>
  <dcterms:created xsi:type="dcterms:W3CDTF">2026-01-27T03:45:11Z</dcterms:created>
  <dcterms:modified xsi:type="dcterms:W3CDTF">2026-01-27T06:12:23Z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0x0101000796A80C74EBF4459E187594A612A0FE</vt:lpwstr>
  </property>
</Properties>
</file>